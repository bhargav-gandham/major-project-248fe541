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66CC"/>
                </a:solidFill>
              </a:defRPr>
            </a:pPr>
            <a:r>
              <a:t>Learning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Educational Platform</a:t>
            </a:r>
          </a:p>
          <a:p>
            <a:r>
              <a:t>Major Project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A full-stack Learning Management System (LMS) web application</a:t>
            </a:r>
          </a:p>
          <a:p>
            <a:pPr>
              <a:spcAft>
                <a:spcPts val="1200"/>
              </a:spcAft>
              <a:defRPr sz="1800"/>
            </a:pPr>
            <a:r>
              <a:t>Multi-role based access control system</a:t>
            </a:r>
          </a:p>
          <a:p>
            <a:pPr>
              <a:spcAft>
                <a:spcPts val="1200"/>
              </a:spcAft>
              <a:defRPr sz="1800"/>
            </a:pPr>
            <a:r>
              <a:t>Supports Students, Faculty, Parents, and Administrators</a:t>
            </a:r>
          </a:p>
          <a:p>
            <a:pPr>
              <a:spcAft>
                <a:spcPts val="1200"/>
              </a:spcAft>
              <a:defRPr sz="1800"/>
            </a:pPr>
            <a:r>
              <a:t>Built with modern web technologies</a:t>
            </a:r>
          </a:p>
          <a:p>
            <a:pPr>
              <a:spcAft>
                <a:spcPts val="1200"/>
              </a:spcAft>
              <a:defRPr sz="1800"/>
            </a:pPr>
            <a:r>
              <a:t>Features assignment management, grading, and plagiarism detection</a:t>
            </a:r>
          </a:p>
          <a:p>
            <a:pPr>
              <a:spcAft>
                <a:spcPts val="1200"/>
              </a:spcAft>
              <a:defRPr sz="1800"/>
            </a:pPr>
            <a:r>
              <a:t>Real-time notifications and progress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Technology Stack -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React 18.3 - Modern UI library with hooks</a:t>
            </a:r>
          </a:p>
          <a:p>
            <a:pPr>
              <a:spcAft>
                <a:spcPts val="1200"/>
              </a:spcAft>
              <a:defRPr sz="1800"/>
            </a:pPr>
            <a:r>
              <a:t>TypeScript - Type-safe development</a:t>
            </a:r>
          </a:p>
          <a:p>
            <a:pPr>
              <a:spcAft>
                <a:spcPts val="1200"/>
              </a:spcAft>
              <a:defRPr sz="1800"/>
            </a:pPr>
            <a:r>
              <a:t>Vite - Fast build tool and dev server</a:t>
            </a:r>
          </a:p>
          <a:p>
            <a:pPr>
              <a:spcAft>
                <a:spcPts val="1200"/>
              </a:spcAft>
              <a:defRPr sz="1800"/>
            </a:pPr>
            <a:r>
              <a:t>Tailwind CSS - Utility-first CSS framework</a:t>
            </a:r>
          </a:p>
          <a:p>
            <a:pPr>
              <a:spcAft>
                <a:spcPts val="1200"/>
              </a:spcAft>
              <a:defRPr sz="1800"/>
            </a:pPr>
            <a:r>
              <a:t>shadcn/ui - High-quality React components</a:t>
            </a:r>
          </a:p>
          <a:p>
            <a:pPr>
              <a:spcAft>
                <a:spcPts val="1200"/>
              </a:spcAft>
              <a:defRPr sz="1800"/>
            </a:pPr>
            <a:r>
              <a:t>React Router - Client-side routing</a:t>
            </a:r>
          </a:p>
          <a:p>
            <a:pPr>
              <a:spcAft>
                <a:spcPts val="1200"/>
              </a:spcAft>
              <a:defRPr sz="1800"/>
            </a:pPr>
            <a:r>
              <a:t>Lucide React - Modern icon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Technology Stack - Backend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Supabase - Backend as a Service (BaaS)</a:t>
            </a:r>
          </a:p>
          <a:p>
            <a:pPr>
              <a:spcAft>
                <a:spcPts val="1200"/>
              </a:spcAft>
              <a:defRPr sz="1800"/>
            </a:pPr>
            <a:r>
              <a:t>PostgreSQL - Relational database</a:t>
            </a:r>
          </a:p>
          <a:p>
            <a:pPr>
              <a:spcAft>
                <a:spcPts val="1200"/>
              </a:spcAft>
              <a:defRPr sz="1800"/>
            </a:pPr>
            <a:r>
              <a:t>React Query (@tanstack/react-query) - Data fetching &amp; caching</a:t>
            </a:r>
          </a:p>
          <a:p>
            <a:pPr>
              <a:spcAft>
                <a:spcPts val="1200"/>
              </a:spcAft>
              <a:defRPr sz="1800"/>
            </a:pPr>
            <a:r>
              <a:t>React Hook Form - Efficient form management</a:t>
            </a:r>
          </a:p>
          <a:p>
            <a:pPr>
              <a:spcAft>
                <a:spcPts val="1200"/>
              </a:spcAft>
              <a:defRPr sz="1800"/>
            </a:pPr>
            <a:r>
              <a:t>Zod - Schema validation</a:t>
            </a:r>
          </a:p>
          <a:p>
            <a:pPr>
              <a:spcAft>
                <a:spcPts val="1200"/>
              </a:spcAft>
              <a:defRPr sz="1800"/>
            </a:pPr>
            <a:r>
              <a:t>Vitest - Unit testing framework</a:t>
            </a:r>
          </a:p>
          <a:p>
            <a:pPr>
              <a:spcAft>
                <a:spcPts val="1200"/>
              </a:spcAft>
              <a:defRPr sz="1800"/>
            </a:pPr>
            <a:r>
              <a:t>ESLint - Code quality and consistency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User Roles &amp;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👨‍🎓 Student: View assignments, submit work, track grades, access study notes</a:t>
            </a:r>
          </a:p>
          <a:p>
            <a:pPr>
              <a:spcAft>
                <a:spcPts val="1200"/>
              </a:spcAft>
              <a:defRPr sz="1800"/>
            </a:pPr>
            <a:r>
              <a:t>👨‍🏫 Faculty: Create assignments, grade submissions, upload notes, check plagiarism</a:t>
            </a:r>
          </a:p>
          <a:p>
            <a:pPr>
              <a:spcAft>
                <a:spcPts val="1200"/>
              </a:spcAft>
              <a:defRPr sz="1800"/>
            </a:pPr>
            <a:r>
              <a:t>👨‍👩‍👧 Parent: Monitor student progress, view grades and attendance</a:t>
            </a:r>
          </a:p>
          <a:p>
            <a:pPr>
              <a:spcAft>
                <a:spcPts val="1200"/>
              </a:spcAft>
              <a:defRPr sz="1800"/>
            </a:pPr>
            <a:r>
              <a:t>👨‍💼 Admin: User management, system configuration, reports &amp; analytics</a:t>
            </a:r>
          </a:p>
          <a:p>
            <a:pPr>
              <a:spcAft>
                <a:spcPts val="1200"/>
              </a:spcAft>
              <a:defRPr sz="1800"/>
            </a:pPr>
            <a:r>
              <a:t>🔐 Role-based authentication and authorization</a:t>
            </a:r>
          </a:p>
          <a:p>
            <a:pPr>
              <a:spcAft>
                <a:spcPts val="1200"/>
              </a:spcAft>
              <a:defRPr sz="1800"/>
            </a:pPr>
            <a:r>
              <a:t>🚀 Initial setup wizard for first-time configuration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Student 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📚 Assignment Management - View and submit assignments</a:t>
            </a:r>
          </a:p>
          <a:p>
            <a:pPr>
              <a:spcAft>
                <a:spcPts val="1200"/>
              </a:spcAft>
              <a:defRPr sz="1800"/>
            </a:pPr>
            <a:r>
              <a:t>📝 Submission Tracking - Monitor submission status</a:t>
            </a:r>
          </a:p>
          <a:p>
            <a:pPr>
              <a:spcAft>
                <a:spcPts val="1200"/>
              </a:spcAft>
              <a:defRPr sz="1800"/>
            </a:pPr>
            <a:r>
              <a:t>📊 Grade Viewing - Check grades and feedback</a:t>
            </a:r>
          </a:p>
          <a:p>
            <a:pPr>
              <a:spcAft>
                <a:spcPts val="1200"/>
              </a:spcAft>
              <a:defRPr sz="1800"/>
            </a:pPr>
            <a:r>
              <a:t>✅ Exam Eligibility - Track attendance requirements</a:t>
            </a:r>
          </a:p>
          <a:p>
            <a:pPr>
              <a:spcAft>
                <a:spcPts val="1200"/>
              </a:spcAft>
              <a:defRPr sz="1800"/>
            </a:pPr>
            <a:r>
              <a:t>📖 Study Notes - Access course materials shared by faculty</a:t>
            </a:r>
          </a:p>
          <a:p>
            <a:pPr>
              <a:spcAft>
                <a:spcPts val="1200"/>
              </a:spcAft>
              <a:defRPr sz="1800"/>
            </a:pPr>
            <a:r>
              <a:t>📈 Progress Monitoring - Visual progress indicators</a:t>
            </a:r>
          </a:p>
          <a:p>
            <a:pPr>
              <a:spcAft>
                <a:spcPts val="1200"/>
              </a:spcAft>
              <a:defRPr sz="1800"/>
            </a:pPr>
            <a:r>
              <a:t>⏰ Due Date Reminders - Stay on top of deadlines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Faculty 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📝 Assignment Creation - Create and manage assignments</a:t>
            </a:r>
          </a:p>
          <a:p>
            <a:pPr>
              <a:spcAft>
                <a:spcPts val="1200"/>
              </a:spcAft>
              <a:defRPr sz="1800"/>
            </a:pPr>
            <a:r>
              <a:t>✍️ Grading System - Grade student submissions with feedback</a:t>
            </a:r>
          </a:p>
          <a:p>
            <a:pPr>
              <a:spcAft>
                <a:spcPts val="1200"/>
              </a:spcAft>
              <a:defRPr sz="1800"/>
            </a:pPr>
            <a:r>
              <a:t>📚 Notes Management - Upload and share study materials</a:t>
            </a:r>
          </a:p>
          <a:p>
            <a:pPr>
              <a:spcAft>
                <a:spcPts val="1200"/>
              </a:spcAft>
              <a:defRPr sz="1800"/>
            </a:pPr>
            <a:r>
              <a:t>🔍 Plagiarism Detection - Check submissions for plagiarism</a:t>
            </a:r>
          </a:p>
          <a:p>
            <a:pPr>
              <a:spcAft>
                <a:spcPts val="1200"/>
              </a:spcAft>
              <a:defRPr sz="1800"/>
            </a:pPr>
            <a:r>
              <a:t>📊 Submission Reports - View and analyze submission statistics</a:t>
            </a:r>
          </a:p>
          <a:p>
            <a:pPr>
              <a:spcAft>
                <a:spcPts val="1200"/>
              </a:spcAft>
              <a:defRPr sz="1800"/>
            </a:pPr>
            <a:r>
              <a:t>👥 Student Management - Track student performance</a:t>
            </a:r>
          </a:p>
          <a:p>
            <a:pPr>
              <a:spcAft>
                <a:spcPts val="1200"/>
              </a:spcAft>
              <a:defRPr sz="1800"/>
            </a:pPr>
            <a:r>
              <a:t>📈 Analytics Dashboard - View course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Admin 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👥 User Management - Create and manage users (students, faculty, parents)</a:t>
            </a:r>
          </a:p>
          <a:p>
            <a:pPr>
              <a:spcAft>
                <a:spcPts val="1200"/>
              </a:spcAft>
              <a:defRPr sz="1800"/>
            </a:pPr>
            <a:r>
              <a:t>📊 System Statistics - View user counts and system metrics</a:t>
            </a:r>
          </a:p>
          <a:p>
            <a:pPr>
              <a:spcAft>
                <a:spcPts val="1200"/>
              </a:spcAft>
              <a:defRPr sz="1800"/>
            </a:pPr>
            <a:r>
              <a:t>📚 Subject Management - Manage courses and subjects</a:t>
            </a:r>
          </a:p>
          <a:p>
            <a:pPr>
              <a:spcAft>
                <a:spcPts val="1200"/>
              </a:spcAft>
              <a:defRPr sz="1800"/>
            </a:pPr>
            <a:r>
              <a:t>📈 Reports &amp; Analytics - Generate system-wide reports</a:t>
            </a:r>
          </a:p>
          <a:p>
            <a:pPr>
              <a:spcAft>
                <a:spcPts val="1200"/>
              </a:spcAft>
              <a:defRPr sz="1800"/>
            </a:pPr>
            <a:r>
              <a:t>⚙️ System Settings - Configure system parameters</a:t>
            </a:r>
          </a:p>
          <a:p>
            <a:pPr>
              <a:spcAft>
                <a:spcPts val="1200"/>
              </a:spcAft>
              <a:defRPr sz="1800"/>
            </a:pPr>
            <a:r>
              <a:t>🛡️ Security Controls - Manage access permissions</a:t>
            </a:r>
          </a:p>
          <a:p>
            <a:pPr>
              <a:spcAft>
                <a:spcPts val="1200"/>
              </a:spcAft>
              <a:defRPr sz="1800"/>
            </a:pPr>
            <a:r>
              <a:t>📉 Progress Monitoring - Track overall system usage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Technical 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🔐 Authentication &amp; Authorization - Secure user access</a:t>
            </a:r>
          </a:p>
          <a:p>
            <a:pPr>
              <a:spcAft>
                <a:spcPts val="1200"/>
              </a:spcAft>
              <a:defRPr sz="1800"/>
            </a:pPr>
            <a:r>
              <a:t>📱 Responsive Design - Works on all devices</a:t>
            </a:r>
          </a:p>
          <a:p>
            <a:pPr>
              <a:spcAft>
                <a:spcPts val="1200"/>
              </a:spcAft>
              <a:defRPr sz="1800"/>
            </a:pPr>
            <a:r>
              <a:t>⚡ Real-time Updates - Live data synchronization</a:t>
            </a:r>
          </a:p>
          <a:p>
            <a:pPr>
              <a:spcAft>
                <a:spcPts val="1200"/>
              </a:spcAft>
              <a:defRPr sz="1800"/>
            </a:pPr>
            <a:r>
              <a:t>🎨 Modern UI/UX - Clean and intuitive interface</a:t>
            </a:r>
          </a:p>
          <a:p>
            <a:pPr>
              <a:spcAft>
                <a:spcPts val="1200"/>
              </a:spcAft>
              <a:defRPr sz="1800"/>
            </a:pPr>
            <a:r>
              <a:t>♿ Accessibility - WCAG compliant components</a:t>
            </a:r>
          </a:p>
          <a:p>
            <a:pPr>
              <a:spcAft>
                <a:spcPts val="1200"/>
              </a:spcAft>
              <a:defRPr sz="1800"/>
            </a:pPr>
            <a:r>
              <a:t>🌙 Theme Support - Light/dark mode capability</a:t>
            </a:r>
          </a:p>
          <a:p>
            <a:pPr>
              <a:spcAft>
                <a:spcPts val="1200"/>
              </a:spcAft>
              <a:defRPr sz="1800"/>
            </a:pPr>
            <a:r>
              <a:t>🚀 Performance Optimized - Fast loading and smooth interactions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🏗️ Component-Based Architecture - Modular and reusable components</a:t>
            </a:r>
          </a:p>
          <a:p>
            <a:pPr>
              <a:spcAft>
                <a:spcPts val="1200"/>
              </a:spcAft>
              <a:defRPr sz="1800"/>
            </a:pPr>
            <a:r>
              <a:t>🔄 State Management - Efficient data flow with React Query</a:t>
            </a:r>
          </a:p>
          <a:p>
            <a:pPr>
              <a:spcAft>
                <a:spcPts val="1200"/>
              </a:spcAft>
              <a:defRPr sz="1800"/>
            </a:pPr>
            <a:r>
              <a:t>🗃️ Database Design - Normalized relational schema in PostgreSQL</a:t>
            </a:r>
          </a:p>
          <a:p>
            <a:pPr>
              <a:spcAft>
                <a:spcPts val="1200"/>
              </a:spcAft>
              <a:defRPr sz="1800"/>
            </a:pPr>
            <a:r>
              <a:t>🔌 API Integration - RESTful API with Supabase</a:t>
            </a:r>
          </a:p>
          <a:p>
            <a:pPr>
              <a:spcAft>
                <a:spcPts val="1200"/>
              </a:spcAft>
              <a:defRPr sz="1800"/>
            </a:pPr>
            <a:r>
              <a:t>🎯 Type Safety - Full TypeScript coverage</a:t>
            </a:r>
          </a:p>
          <a:p>
            <a:pPr>
              <a:spcAft>
                <a:spcPts val="1200"/>
              </a:spcAft>
              <a:defRPr sz="1800"/>
            </a:pPr>
            <a:r>
              <a:t>🧪 Testing Strategy - Unit tests with Vitest</a:t>
            </a:r>
          </a:p>
          <a:p>
            <a:pPr>
              <a:spcAft>
                <a:spcPts val="1200"/>
              </a:spcAft>
              <a:defRPr sz="1800"/>
            </a:pPr>
            <a:r>
              <a:t>📦 Build &amp; Deployment - Automated CI/CD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Benefits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Centralized Learning Platform - All educational activities in one place</a:t>
            </a:r>
          </a:p>
          <a:p>
            <a:pPr>
              <a:spcAft>
                <a:spcPts val="1200"/>
              </a:spcAft>
              <a:defRPr sz="1800"/>
            </a:pPr>
            <a:r>
              <a:t>📊 Enhanced Student Engagement - Interactive and user-friendly interface</a:t>
            </a:r>
          </a:p>
          <a:p>
            <a:pPr>
              <a:spcAft>
                <a:spcPts val="1200"/>
              </a:spcAft>
              <a:defRPr sz="1800"/>
            </a:pPr>
            <a:r>
              <a:t>🎯 Improved Academic Tracking - Real-time progress monitoring</a:t>
            </a:r>
          </a:p>
          <a:p>
            <a:pPr>
              <a:spcAft>
                <a:spcPts val="1200"/>
              </a:spcAft>
              <a:defRPr sz="1800"/>
            </a:pPr>
            <a:r>
              <a:t>⏱️ Time Efficiency - Automated grading and plagiarism detection</a:t>
            </a:r>
          </a:p>
          <a:p>
            <a:pPr>
              <a:spcAft>
                <a:spcPts val="1200"/>
              </a:spcAft>
              <a:defRPr sz="1800"/>
            </a:pPr>
            <a:r>
              <a:t>🔍 Data-Driven Insights - Analytics for better decision making</a:t>
            </a:r>
          </a:p>
          <a:p>
            <a:pPr>
              <a:spcAft>
                <a:spcPts val="1200"/>
              </a:spcAft>
              <a:defRPr sz="1800"/>
            </a:pPr>
            <a:r>
              <a:t>🌐 Accessibility - Available 24/7 from anywhere</a:t>
            </a:r>
          </a:p>
          <a:p>
            <a:pPr>
              <a:spcAft>
                <a:spcPts val="1200"/>
              </a:spcAft>
              <a:defRPr sz="1800"/>
            </a:pPr>
            <a:r>
              <a:t>🛡️ Academic Integrity - Built-in plagiarism 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📹 Video Conferencing - Integrated virtual classroom</a:t>
            </a:r>
          </a:p>
          <a:p>
            <a:pPr>
              <a:spcAft>
                <a:spcPts val="1200"/>
              </a:spcAft>
              <a:defRPr sz="1800"/>
            </a:pPr>
            <a:r>
              <a:t>💬 Real-time Chat - Student-faculty communication</a:t>
            </a:r>
          </a:p>
          <a:p>
            <a:pPr>
              <a:spcAft>
                <a:spcPts val="1200"/>
              </a:spcAft>
              <a:defRPr sz="1800"/>
            </a:pPr>
            <a:r>
              <a:t>📧 Email Notifications - Automated email alerts</a:t>
            </a:r>
          </a:p>
          <a:p>
            <a:pPr>
              <a:spcAft>
                <a:spcPts val="1200"/>
              </a:spcAft>
              <a:defRPr sz="1800"/>
            </a:pPr>
            <a:r>
              <a:t>📱 Mobile Application - Native iOS and Android apps</a:t>
            </a:r>
          </a:p>
          <a:p>
            <a:pPr>
              <a:spcAft>
                <a:spcPts val="1200"/>
              </a:spcAft>
              <a:defRPr sz="1800"/>
            </a:pPr>
            <a:r>
              <a:t>🤖 AI-Powered Insights - Smart recommendations and predictions</a:t>
            </a:r>
          </a:p>
          <a:p>
            <a:pPr>
              <a:spcAft>
                <a:spcPts val="1200"/>
              </a:spcAft>
              <a:defRPr sz="1800"/>
            </a:pPr>
            <a:r>
              <a:t>📝 Quiz Generator - Automated assessment creation</a:t>
            </a:r>
          </a:p>
          <a:p>
            <a:pPr>
              <a:spcAft>
                <a:spcPts val="1200"/>
              </a:spcAft>
              <a:defRPr sz="1800"/>
            </a:pPr>
            <a:r>
              <a:t>🌍 Multi-language Support - Internationalization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✨ Comprehensive LMS solution for modern education</a:t>
            </a:r>
          </a:p>
          <a:p>
            <a:pPr>
              <a:spcAft>
                <a:spcPts val="1200"/>
              </a:spcAft>
              <a:defRPr sz="1800"/>
            </a:pPr>
            <a:r>
              <a:t>🚀 Built with cutting-edge technologies</a:t>
            </a:r>
          </a:p>
          <a:p>
            <a:pPr>
              <a:spcAft>
                <a:spcPts val="1200"/>
              </a:spcAft>
              <a:defRPr sz="1800"/>
            </a:pPr>
            <a:r>
              <a:t>👥 Multi-role support for complete ecosystem</a:t>
            </a:r>
          </a:p>
          <a:p>
            <a:pPr>
              <a:spcAft>
                <a:spcPts val="1200"/>
              </a:spcAft>
              <a:defRPr sz="1800"/>
            </a:pPr>
            <a:r>
              <a:t>🎯 Focus on user experience and performance</a:t>
            </a:r>
          </a:p>
          <a:p>
            <a:pPr>
              <a:spcAft>
                <a:spcPts val="1200"/>
              </a:spcAft>
              <a:defRPr sz="1800"/>
            </a:pPr>
            <a:r>
              <a:t>🔒 Secure and scalable architecture</a:t>
            </a:r>
          </a:p>
          <a:p>
            <a:pPr>
              <a:spcAft>
                <a:spcPts val="1200"/>
              </a:spcAft>
              <a:defRPr sz="1800"/>
            </a:pPr>
            <a:r>
              <a:t>📈 Continuous improvement and feature additions</a:t>
            </a:r>
          </a:p>
          <a:p>
            <a:pPr>
              <a:spcAft>
                <a:spcPts val="1200"/>
              </a:spcAft>
              <a:defRPr sz="1800"/>
            </a:pPr>
            <a:r>
              <a:t>💡 Ready for real-world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66CC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4646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